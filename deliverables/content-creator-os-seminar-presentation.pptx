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workflow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6995160" y="0"/>
            <a:ext cx="51965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>
              <a:alpha val="82000"/>
            </a:srgbClr>
          </a:solidFill>
          <a:ln w="12700">
            <a:solidFill>
              <a:srgbClr val="101828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1417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Creator OS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749808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Seminar Presentation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" y="28803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workflow app for planning content from idea to published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" y="5321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 •  Vite  •  Axios  •  json-server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application solves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40080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built this project for content creators who need one place to manage their work.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can capture an idea, add research, plan recordings, and mark content as published.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goal is to make the content workflow clear and easy to follow.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keeps every content item connected to one stage.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09560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F5"/>
                </a:solidFill>
              </a:rPr>
              <a:t>Idea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0956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78"/>
                </a:solidFill>
              </a:rPr>
              <a:t>Research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0956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EF5"/>
                </a:solidFill>
              </a:rPr>
              <a:t>Recordings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909560" y="4297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9D78"/>
                </a:solidFill>
              </a:rPr>
              <a:t>Published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frontend, API layer, and local data store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749808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builds the screen with small reusable components.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runs and builds the React project quickly.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controls the layout, colours, forms, cards, and responsive design.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 sends requests from React to the backend API.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json-server reads and updates items stored in the db.json file.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41080" y="1828800"/>
            <a:ext cx="2423160" cy="233172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UI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 API calls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json-server on port 3001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db.json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Screen: Landing Page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screen introduces the product before the dashboard opens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67512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page shows the project name, a workflow background, Log in, and Launch app buttons.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Header component contains the brand and main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Footer component shows the four workflow steps: Idea, Research, Record, and Publish.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LoginModal component opens when the user clicks Log in.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0" y="2057400"/>
            <a:ext cx="2514600" cy="105156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=== 'landing'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&lt;Landing /&gt;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&lt;Dashboard /&gt;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B78"/>
                </a:solidFill>
              </a:rPr>
              <a:t>I use this condition to switch between the landing page and dashboard without a separate router.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and Stage Navigation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screen changes when the selected stage changes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67512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sidebar displays item counts for Total, In Progress, and Published.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store the selected stage in state: const [stage, setStage] = useState('Idea').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 click a stage button, setStage changes the current stage.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visible cards update automatically because React renders the new state.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440" y="1783080"/>
            <a:ext cx="2971800" cy="214884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stages =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'Idea', 'Research',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'Recordings', 'Published'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stages.map(s =&gt; ...)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42976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</a:rPr>
              <a:t>map() creates the stage buttons from one array. I used it so I do not need to write the same button four times.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Adding and Editing an Idea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ideas begin in the Idea stage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62940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 click New Idea, showForm changes and React displays the form.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 stores title, start date, and due date using useState.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 submit, addItem() creates a new item and sends it to the API.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button opens a modal. saveEdit() updates the title and dates.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440" y="1737360"/>
            <a:ext cx="3017520" cy="237744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addItem(e)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created = await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itemsApi.create(payload)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setItems(prev =&gt;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[...prev, created])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4526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</a:rPr>
              <a:t>preventDefault() stops the page refresh. The spread operator keeps old items and adds the new item to the list.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Search, Filter, and Delete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sees only the matching cards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67512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search box stores the typed value in the search state.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filter() keeps only items in the selected stage and items that match the search text.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toLowerCase() makes search work with capital or small letters.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 click Delete, deleteItem() calls the API and filter() removes that card from the screen.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440" y="1737360"/>
            <a:ext cx="3017520" cy="201168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 = items.filter(i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(i.stage !== stage) return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i.title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.toLowerCase().includes(q)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4297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</a:rPr>
              <a:t>This project does not use pagination or slice(). It displays all cards that match the selected stage and search.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 Through the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and Back update the stage field for one item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53796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card has Next and Back buttons based on its current stage.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indexOf() finds the current stage position in the stages array.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moveItem() calls patchItem() with the next or previous stage.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updates only the changed field instead of replacing the full item.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01000" y="1737360"/>
            <a:ext cx="3154680" cy="233172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stageIdx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stages.indexOf(stage)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moveItem(item.id,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stages[stageIdx + 1])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api.patch(`/items/${id}`, body)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</a:rPr>
              <a:t>This is why a card moves from Idea to Research, then Recordings, and finally Published.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and Recording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stages show different tools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62940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Research, the user writes notes and can add reference images.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FileReader changes an uploaded image into data that the app can save with the item.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Recordings, checkboxes track Intro, Main Content, Closing, and B-Roll.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includes() checks whether a recording section exists. filter() removes it when unchecked.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92440" y="1920240"/>
            <a:ext cx="2971800" cy="1325880"/>
          </a:xfrm>
          <a:prstGeom prst="rect">
            <a:avLst/>
          </a:prstGeom>
          <a:solidFill>
            <a:srgbClr val="18222E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recs = current.includes(section)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current.filter(r =&gt; r !== section)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[...current, section]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40233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</a:rPr>
              <a:t>I used stage conditions so users see research tools only in Research and recording tools only in Recordings.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Improvement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completed and what I can add next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10927080" cy="0"/>
          </a:xfrm>
          <a:prstGeom prst="line">
            <a:avLst/>
          </a:prstGeom>
          <a:noFill/>
          <a:ln w="127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996696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manages content from the first idea until publishing.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state connects user actions to immediate screen updates.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 and json-server keep the item data saved locally through API calls.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next version, I can add real login, user-specific content, cloud image storage, and a calendar view.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5B6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Creator OS  |  Project Seminar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Content Creator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Creator OS</dc:title>
  <dc:subject>Project seminar presentation</dc:subject>
  <dc:creator>Content Creator OS</dc:creator>
  <cp:lastModifiedBy>Content Creator OS</cp:lastModifiedBy>
  <cp:revision>1</cp:revision>
  <dcterms:created xsi:type="dcterms:W3CDTF">2026-10-06T03:49:09Z</dcterms:created>
  <dcterms:modified xsi:type="dcterms:W3CDTF">2026-10-06T03:49:09Z</dcterms:modified>
</cp:coreProperties>
</file>